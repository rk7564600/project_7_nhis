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25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5029200" cy="5029200"/>
          </a:xfrm>
          <a:prstGeom prst="ellipse">
            <a:avLst/>
          </a:prstGeom>
          <a:solidFill>
            <a:srgbClr val="3949A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82880"/>
            <a:ext cx="3108960" cy="3108960"/>
          </a:xfrm>
          <a:prstGeom prst="ellipse">
            <a:avLst/>
          </a:prstGeom>
          <a:solidFill>
            <a:srgbClr val="FF5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852160"/>
            <a:ext cx="3108960" cy="3108960"/>
          </a:xfrm>
          <a:prstGeom prst="ellipse">
            <a:avLst/>
          </a:prstGeom>
          <a:solidFill>
            <a:srgbClr val="00BFA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05840" y="6400800"/>
            <a:ext cx="1645920" cy="1645920"/>
          </a:xfrm>
          <a:prstGeom prst="ellipse">
            <a:avLst/>
          </a:prstGeom>
          <a:solidFill>
            <a:srgbClr val="FFB020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7724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</a:t>
            </a:r>
            <a:r>
              <a:rPr lang="en-US" sz="4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201168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using NLP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that detects real disasters on Twitter in real time.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47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Roshan Kumar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4A52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tweets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75.8%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“fire” is a fire.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agencies and news outlets want to monitor Twitter for real-time alerts — but tweets using disaster words metaphorically (“this song is fire”) look identical to real emergencies on the surface. The model must learn the difference.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Precision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real emergencies.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38328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and cultural nuance.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volumes of tweets continuously.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live monitoring, not batch review.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DATA EXPLORATION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hand-labeled tweets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keyword, location, text,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57% / 43%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Not-disaster / disaster split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keyword values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 or target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tweet texts (retweets)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mild class imbalance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1240"/>
            <a:ext cx="6400800" cy="266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60020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860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4,342 non-disaster vs. 3,271 disaster tweets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guessed “not disaster” would already score ~57% accuracy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— F1, precision &amp; recall matter more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keeps this ratio consistent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keywords carry real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3989"/>
            <a:ext cx="5998464" cy="23071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23760" y="1600200"/>
            <a:ext cx="4434840" cy="3291840"/>
          </a:xfrm>
          <a:prstGeom prst="roundRect">
            <a:avLst>
              <a:gd name="adj" fmla="val 2222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tweets run longer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108 vs. 96 characters — real reports pack in more concrete detail (location, casualty counts, official terms).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2788920"/>
            <a:ext cx="393192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aren’t enough on their own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derailment, wreckage, debris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disaster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aftershock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disaster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body%20bags, blazing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disaster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words, by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5" y="1856232"/>
            <a:ext cx="9908109" cy="43342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1–2 — PREPARATION &amp; 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tweet to model-ready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URLs, mentions, HTML entities, punctuation &amp; digits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2402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&amp; lemmatize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 tokenizer + stopword removal + lemmatization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TF‑IDF vectorize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Uni-grams, up to 8,000 features, sublinear term scaling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5256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240280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engineered features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/ mention / URL flags, punctuation intensity, word count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already numeric (0 = not disaster, 1 = disaster) — verified, not re-encoded. Data split 80/20 with stratification to preserve class balance in both sets.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MODEL SELECTION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benchmarked with cross-validation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model_compariso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7880"/>
            <a:ext cx="6309360" cy="3505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— mean F1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(SGD)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63840" y="4343400"/>
            <a:ext cx="356616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— tuned via GridSearchCV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params: C = 3.0, max_features = 8,000, ngram_range = (1,1)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MODEL EVALUATION &amp; VALIDATION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matrix, ROC &amp; precision-recall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evalu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15820"/>
            <a:ext cx="10607040" cy="2946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79.9%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78.6%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73.1%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75.8%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FINAL COMPARISON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set: final scoreboard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final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76656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0020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(20% miss rate)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286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Fire” (song title) → wrongly flagged as disaster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City was rioting” → missed as a false negative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bag-of-words can’t detect slang, sarcasm, or song lyrics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— 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Flask web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dashboard_liv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6028"/>
            <a:ext cx="3026664" cy="39346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77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9" name="Image 1" descr="dashboard_resul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415445"/>
            <a:ext cx="3026664" cy="32158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600200"/>
            <a:ext cx="4251960" cy="4846320"/>
          </a:xfrm>
          <a:prstGeom prst="roundRect">
            <a:avLst>
              <a:gd name="adj" fmla="val 172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24028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 (TF-IDF + features + model) serialized as one joblib artifact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reproduces identical text cleaning at inference time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web form with live confidence score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— JSON REST endpoint for integration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health check for cloud deployment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what’s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7F3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on 7,613 hand-labeled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tokenized, lemmatized text pipeline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benchmarked, best one tuned via GridSearchCV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accuracy / 75.8% F1 on unseen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and manual error analysis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Flask web app + JSON API for real-time predictions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transformer (BERT/DistilBERT) for sarcasm &amp; context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location column (geocoded) as an extra feature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Twitter/X API stream for real monitoring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monitoring &amp; periodic retraining as slang evolves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train/test F1 gap with stronger regularization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822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3</cp:revision>
  <dcterms:created xsi:type="dcterms:W3CDTF">2026-09-14T13:25:33Z</dcterms:created>
  <dcterms:modified xsi:type="dcterms:W3CDTF">2026-09-14T13:32:09Z</dcterms:modified>
</cp:coreProperties>
</file>